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layfair Display"/>
      <p:regular r:id="rId15"/>
    </p:embeddedFont>
    <p:embeddedFont>
      <p:font typeface="Playfair Display"/>
      <p:regular r:id="rId16"/>
    </p:embeddedFont>
    <p:embeddedFont>
      <p:font typeface="Playfair Display"/>
      <p:regular r:id="rId17"/>
    </p:embeddedFont>
    <p:embeddedFont>
      <p:font typeface="Playfair Display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Flavor Fusion: A Culinary Adventure Awaits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Embark on a culinary journey where diverse flavors collide, creating a symphony of taste. Welcome to Flavor Fusion.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Understanding Flavor Profiles: The Building Blocks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Sweet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Sugars, fruits, honey, and syrups bring a delightful sweetness that balances savory and acidic notes.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569738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Acids like citrus, vinegar, and yogurt add brightness and complexity to dishes.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Salty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569738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Salt enhances flavors and balances other taste components.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Bitter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569738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Coffee, chocolate, and certain vegetables contribute bitterness, adding depth and intrigue.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524" y="617339"/>
            <a:ext cx="7925753" cy="108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Global Influences: Exploring International Cuisine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095524" y="1965841"/>
            <a:ext cx="7925753" cy="12811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6269474" y="2139791"/>
            <a:ext cx="2175391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Asian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69474" y="2516029"/>
            <a:ext cx="7577852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the fiery heat of Thai chili to the delicate umami of Japanese dashi, Asian cuisine offers a world of flavor.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95524" y="3420904"/>
            <a:ext cx="7925753" cy="12811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6269474" y="3594854"/>
            <a:ext cx="2175391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Latin American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69474" y="3971092"/>
            <a:ext cx="7577852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Latin American flavors are vibrant and bold, with spices like cumin, coriander, and chili peppers adding heat and depth.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95524" y="4875967"/>
            <a:ext cx="7925753" cy="12811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6269474" y="5049917"/>
            <a:ext cx="2175391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Mediterranean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69474" y="5426154"/>
            <a:ext cx="7577852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Mediterranean cuisine is known for its use of fresh herbs, citrus fruits, olive oil, and flavorful spices.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95524" y="6331029"/>
            <a:ext cx="7925753" cy="12811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6269474" y="6504980"/>
            <a:ext cx="2175391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Indian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69474" y="6881217"/>
            <a:ext cx="7577852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diverse flavors of India are a testament to the country's rich culinary heritage. From fragrant curries to tangy chutneys, Indian cuisine offers a unique and delicious experience.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846" y="530185"/>
            <a:ext cx="7794308" cy="120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Sweet Meets Savory: Unexpected Pairings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46" y="2024539"/>
            <a:ext cx="964049" cy="14191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8098" y="2217301"/>
            <a:ext cx="241018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Chocolate &amp; Chili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928098" y="2634139"/>
            <a:ext cx="654105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classic pairing balances the sweetness of chocolate with the heat of chili, creating a surprising and delicious combination.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46" y="3443645"/>
            <a:ext cx="964049" cy="14191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8098" y="3636407"/>
            <a:ext cx="241018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Mango &amp; Shrimp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928098" y="4053245"/>
            <a:ext cx="654105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sweetness of mango complements the delicate flavor of shrimp, creating a refreshing and unique dish.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46" y="4862751"/>
            <a:ext cx="964049" cy="14191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28098" y="5055513"/>
            <a:ext cx="241018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Caramel &amp; Bacon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928098" y="5472351"/>
            <a:ext cx="654105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pairing plays on the savory-sweet notes of both ingredients, creating a rich and satisfying experience.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46" y="6281857"/>
            <a:ext cx="964049" cy="14191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28098" y="6474619"/>
            <a:ext cx="241018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Pineapple &amp; Pork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1928098" y="6891457"/>
            <a:ext cx="654105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sweetness of pineapple balances the richness of pork, creating a dish that is both flavorful and refreshing.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5628"/>
            <a:ext cx="127495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Texture is Key: Adding Dimension to Your Dishes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2803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2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Crispy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12243"/>
            <a:ext cx="30054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Crispy textures add a satisfying crunch to dishes, providing a contrast to soft and smooth ingredients.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446" y="332803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39446" y="412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Smooth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39446" y="4612243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Smooth textures create a luxurious and creamy feel, enhancing the flavor profile of the dish.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21" y="3328035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85221" y="412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Soft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85221" y="4612243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 textures are comforting and comforting and provide a balance to crunchy and crispy elements.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997" y="3328035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30997" y="412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Chewy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830997" y="4612243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Chewy textures add a delightful bite to dishes, creating a satisfying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6479" y="496610"/>
            <a:ext cx="7883842" cy="112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Art of Seasoning: Herbs, Spices, and More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375083" y="1891784"/>
            <a:ext cx="22860" cy="5841206"/>
          </a:xfrm>
          <a:prstGeom prst="roundRect">
            <a:avLst>
              <a:gd name="adj" fmla="val 118127"/>
            </a:avLst>
          </a:prstGeom>
          <a:solidFill>
            <a:srgbClr val="C6C6D2"/>
          </a:solidFill>
          <a:ln/>
        </p:spPr>
      </p:sp>
      <p:sp>
        <p:nvSpPr>
          <p:cNvPr id="5" name="Shape 2"/>
          <p:cNvSpPr/>
          <p:nvPr/>
        </p:nvSpPr>
        <p:spPr>
          <a:xfrm>
            <a:off x="6566178" y="2285405"/>
            <a:ext cx="630079" cy="22860"/>
          </a:xfrm>
          <a:prstGeom prst="roundRect">
            <a:avLst>
              <a:gd name="adj" fmla="val 118127"/>
            </a:avLst>
          </a:prstGeom>
          <a:solidFill>
            <a:srgbClr val="C6C6D2"/>
          </a:solidFill>
          <a:ln/>
        </p:spPr>
      </p:sp>
      <p:sp>
        <p:nvSpPr>
          <p:cNvPr id="6" name="Shape 3"/>
          <p:cNvSpPr/>
          <p:nvPr/>
        </p:nvSpPr>
        <p:spPr>
          <a:xfrm>
            <a:off x="6183987" y="2094309"/>
            <a:ext cx="405051" cy="405051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7" name="Text 4"/>
          <p:cNvSpPr/>
          <p:nvPr/>
        </p:nvSpPr>
        <p:spPr>
          <a:xfrm>
            <a:off x="6334720" y="2161818"/>
            <a:ext cx="103465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376636" y="2071807"/>
            <a:ext cx="22502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Fresh Herbs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376636" y="2461022"/>
            <a:ext cx="6623685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Fresh herbs add a burst of flavor and aroma to dishes, complementing the base ingredients.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66178" y="3790712"/>
            <a:ext cx="630079" cy="22860"/>
          </a:xfrm>
          <a:prstGeom prst="roundRect">
            <a:avLst>
              <a:gd name="adj" fmla="val 118127"/>
            </a:avLst>
          </a:prstGeom>
          <a:solidFill>
            <a:srgbClr val="C6C6D2"/>
          </a:solidFill>
          <a:ln/>
        </p:spPr>
      </p:sp>
      <p:sp>
        <p:nvSpPr>
          <p:cNvPr id="11" name="Shape 8"/>
          <p:cNvSpPr/>
          <p:nvPr/>
        </p:nvSpPr>
        <p:spPr>
          <a:xfrm>
            <a:off x="6183987" y="3599617"/>
            <a:ext cx="405051" cy="405051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12" name="Text 9"/>
          <p:cNvSpPr/>
          <p:nvPr/>
        </p:nvSpPr>
        <p:spPr>
          <a:xfrm>
            <a:off x="6315908" y="3667125"/>
            <a:ext cx="14120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76636" y="3577114"/>
            <a:ext cx="22502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Dried Spices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376636" y="3966329"/>
            <a:ext cx="6623685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Dried spices offer a concentrated flavor that can be used to create complex and layered dishes.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66178" y="5296019"/>
            <a:ext cx="630079" cy="22860"/>
          </a:xfrm>
          <a:prstGeom prst="roundRect">
            <a:avLst>
              <a:gd name="adj" fmla="val 118127"/>
            </a:avLst>
          </a:prstGeom>
          <a:solidFill>
            <a:srgbClr val="C6C6D2"/>
          </a:solidFill>
          <a:ln/>
        </p:spPr>
      </p:sp>
      <p:sp>
        <p:nvSpPr>
          <p:cNvPr id="16" name="Shape 13"/>
          <p:cNvSpPr/>
          <p:nvPr/>
        </p:nvSpPr>
        <p:spPr>
          <a:xfrm>
            <a:off x="6183987" y="5104924"/>
            <a:ext cx="405051" cy="405051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17" name="Text 14"/>
          <p:cNvSpPr/>
          <p:nvPr/>
        </p:nvSpPr>
        <p:spPr>
          <a:xfrm>
            <a:off x="6320552" y="5172432"/>
            <a:ext cx="13180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376636" y="5082421"/>
            <a:ext cx="22502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Seasoning Blends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376636" y="5471636"/>
            <a:ext cx="6623685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Pre-made blends offer convenience and a consistent flavor profile for various dishes.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66178" y="6801326"/>
            <a:ext cx="630079" cy="22860"/>
          </a:xfrm>
          <a:prstGeom prst="roundRect">
            <a:avLst>
              <a:gd name="adj" fmla="val 118127"/>
            </a:avLst>
          </a:prstGeom>
          <a:solidFill>
            <a:srgbClr val="C6C6D2"/>
          </a:solidFill>
          <a:ln/>
        </p:spPr>
      </p:sp>
      <p:sp>
        <p:nvSpPr>
          <p:cNvPr id="21" name="Shape 18"/>
          <p:cNvSpPr/>
          <p:nvPr/>
        </p:nvSpPr>
        <p:spPr>
          <a:xfrm>
            <a:off x="6183987" y="6610231"/>
            <a:ext cx="405051" cy="405051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22" name="Text 19"/>
          <p:cNvSpPr/>
          <p:nvPr/>
        </p:nvSpPr>
        <p:spPr>
          <a:xfrm>
            <a:off x="6315194" y="6677739"/>
            <a:ext cx="1425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7376636" y="6587728"/>
            <a:ext cx="22502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Salt &amp; Pepper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7376636" y="6976943"/>
            <a:ext cx="6623685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essential seasonings enhance the flavor of any dish, balancing other taste components.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8789"/>
            <a:ext cx="116383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Fusion Recipes to Try at Home: Get Cooking!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51196"/>
            <a:ext cx="4120753" cy="2546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781431"/>
            <a:ext cx="35316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Spicy Mango Shrimp Tacos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271849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blend of sweet mango, spicy chili, and juicy shrimp creates a delightful taco experience.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704" y="1951196"/>
            <a:ext cx="4120872" cy="2546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4781550"/>
            <a:ext cx="36614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Coconut Curry Noodle Soup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4704" y="5271968"/>
            <a:ext cx="412087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creamy soup combines the rich flavors of coconut milk, aromatic curry spices, and fresh noodles for a satisfying meal.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738" y="1951196"/>
            <a:ext cx="4120753" cy="2546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781431"/>
            <a:ext cx="41207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Lemon-Garlic Grilled Salmon with Roasted Vegetables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626179"/>
            <a:ext cx="41207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tangy citrus notes of lemon and garlic complement the delicate flavor of grilled salmon, while roasted vegetables add a touch of sweetness and earthy flavors.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815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Share Your Fusion Creations: Join Our Community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3455313"/>
            <a:ext cx="3120747" cy="312074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608" y="3455313"/>
            <a:ext cx="3120866" cy="312086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926" y="3455313"/>
            <a:ext cx="3120747" cy="3120747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124" y="3455313"/>
            <a:ext cx="3120866" cy="31208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2025-02-11T06:30:27Z</dcterms:created>
  <dcterms:modified xsi:type="dcterms:W3CDTF">2025-02-11T06:30:27Z</dcterms:modified>
</cp:coreProperties>
</file>